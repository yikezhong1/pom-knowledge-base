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200400"/>
            <a:ext cx="57908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200" b="1">
                <a:solidFill>
                  <a:srgbClr val="1E3C72"/>
                </a:solidFill>
              </a:defRPr>
            </a:pPr>
            <a:r>
              <a:t>共聚甲醛（POM）质量检验报告对比</a:t>
            </a:r>
          </a:p>
          <a:p>
            <a:pPr algn="ctr">
              <a:defRPr sz="2000" b="0">
                <a:solidFill>
                  <a:srgbClr val="4682B4"/>
                </a:solidFill>
              </a:defRPr>
            </a:pPr>
            <a:r>
              <a:t>心连心 X90  vs  宁煤 M90</a:t>
            </a:r>
            <a:br/>
            <a:r>
              <a:t>—— 心连心综合性能领先，更优注塑之选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厂家基本信息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厂家：新疆心连心能源化工有限公司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产品：共聚甲醛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规格型号：X90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产品批次：F206064X90（1648/2032）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执行标准：Q/XXLX 0010-2026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检验日期：2026/07/25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产量：66.00 吨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报告日期：2026/07/27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质检结论：合格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厂家：国家能源集团宁夏煤业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产品：聚甲醛树脂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规格型号：M90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产品标准编号：MX0A0095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执行标准：Q/M 1005-2021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产地：甲醇分公司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检验结论：合格品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心连心 X90 四大核心优势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流动性领先约 14%：MFR 实测 9.26 vs 宁煤 8.12（g/10min）——充模更快、周期更短、薄壁复杂件良品率更高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刚性领先约 21%：拉伸弹性模量 2500 vs 宁煤 2060（MPa）——尺寸更稳定、蠕变更小、结构承载更强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外观更白更纯净：色度 b 值 -0.42，优于行业控制线（≤0.0），制品色泽均匀透亮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关键性能 100% 高标准达标：7 项检测全部合格，聚焦影响终端使用的核心力学与外观指标，检测体系精简高效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核心指标对比（重叠检测项）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检测项目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心连心X90 指标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心连心X90 实测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宁煤M90 指标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宁煤M90 实测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熔体质量流动速率(MFR)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g/10min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9.00±0.80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9.26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8.00±1.20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8.12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拉伸弹性模量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MPa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≥2450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2500 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≥2000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2060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拉伸断裂标称应变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45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简支梁缺口冲击强度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KJ/m²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≥6.0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6.1 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≥5.5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7.9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色度(b值)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≤0.0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-0.42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≤80(色粒)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密度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g/cm³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1.38-1.43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1.405 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小颗粒密度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0.90*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对比结论与选型建议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心连心 X90 在流动性、刚性、外观三项决定注塑效率与品质的关键指标上全面领先宁煤 M90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X90 流动性更优（9.26 vs 8.12）：直接缩短成型周期、提升薄壁/复杂件良品率，降低客户生产成本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X90 刚性更强（2500 vs 2060 MPa）：尺寸稳定性与承载表现更优，适合结构件与高精度注塑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X90 外观更白（b值 -0.42）：终端制品卖相更好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缺口冲击两者均达标；X90 的 6.1 KJ/m² 已满足标准要求并覆盖绝大多数注塑应用，对超高抗冲场景可配合改性工艺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X90 核心性能全部高标准达标，是追求成型效率与尺寸精度的注塑终端更优选择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综合来看，心连心 X90 在共聚甲醛主流注塑应用的关键性能上全面占优，更契合终端对效率、精度与外观的需求，是值得优先推荐的产品方案。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