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宁煤 M90 实测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熔体流动速率
(g/10min)</c:v>
                </c:pt>
                <c:pt idx="1">
                  <c:v>拉伸弹性模量
(MPa)</c:v>
                </c:pt>
                <c:pt idx="2">
                  <c:v>断裂伸长率
(%)</c:v>
                </c:pt>
                <c:pt idx="3">
                  <c:v>缺口冲击强度
(KJ/m²)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8.12</c:v>
                </c:pt>
                <c:pt idx="1">
                  <c:v>2060</c:v>
                </c:pt>
                <c:pt idx="2">
                  <c:v>45</c:v>
                </c:pt>
                <c:pt idx="3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心连心 X90 实测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熔体流动速率
(g/10min)</c:v>
                </c:pt>
                <c:pt idx="1">
                  <c:v>拉伸弹性模量
(MPa)</c:v>
                </c:pt>
                <c:pt idx="2">
                  <c:v>断裂伸长率
(%)</c:v>
                </c:pt>
                <c:pt idx="3">
                  <c:v>缺口冲击强度
(KJ/m²)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9.26</c:v>
                </c:pt>
                <c:pt idx="1">
                  <c:v>2500</c:v>
                </c:pt>
                <c:pt idx="2">
                  <c:v>45</c:v>
                </c:pt>
                <c:pt idx="3">
                  <c:v>6.1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1E3C72"/>
                </a:solidFill>
              </a:defRPr>
            </a:pPr>
            <a:r>
              <a:t>共聚甲醛（POM）质量检验报告对比</a:t>
            </a:r>
          </a:p>
          <a:p>
            <a:pPr algn="ctr">
              <a:defRPr sz="2000" b="0">
                <a:solidFill>
                  <a:srgbClr val="4682B4"/>
                </a:solidFill>
              </a:defRPr>
            </a:pPr>
            <a:r>
              <a:t>宁煤 M90  vs  心连心 X90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厂家基本信息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厂家：国家能源集团宁夏煤业煤制油化工质检计量中心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产品：聚甲醛树脂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规格型号：M90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产品标准编号：MX0A0095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执行标准：Q/M 1005-2021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产地：甲醇分公司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检验结论：合格品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厂家：新疆心连心能源化工有限公司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产品：共聚甲醛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规格型号：X90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产品批次：F206064X90（1648/2032）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执行标准：Q/XXLX 0010-2026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检验日期：2026/07/25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产量：66.00 吨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报告日期：2026/07/27</a:t>
            </a:r>
          </a:p>
          <a:p>
            <a:pPr>
              <a:spcAft>
                <a:spcPts val="700"/>
              </a:spcAft>
              <a:defRPr sz="1500" b="0">
                <a:solidFill>
                  <a:srgbClr val="2C3E50"/>
                </a:solidFill>
              </a:defRPr>
            </a:pPr>
            <a:r>
              <a:t>质检结论：合格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核心指标对比（重叠检测项）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692331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检测项目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宁煤M90 指标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宁煤M90 实测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心连心X90 指标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心连心X90 实测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熔体质量流动速率(MFR)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g/10min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8.00±1.20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8.12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9.00±0.80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9.26 ✅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拉伸断裂标称应变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45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≥30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45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拉伸弹性模量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2060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≥2450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2500 ✅</a:t>
                      </a:r>
                    </a:p>
                  </a:txBody>
                  <a:tcPr/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简支梁缺口冲击强度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KJ/m²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≥5.5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7.9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≥6.0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6.1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色度(色粒/b值)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个/kg 或 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≤80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3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≤0.0(b值)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-0.42 ✅</a:t>
                      </a:r>
                    </a:p>
                  </a:txBody>
                  <a:tcPr/>
                </a:tc>
              </a:tr>
              <a:tr h="692334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密度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g/cm³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0.90*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1.38-1.43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1.405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各家独有检测项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1127729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检测项目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宁煤M90 指标要求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宁煤M90 实测结果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>
                    <a:solidFill>
                      <a:srgbClr val="1E3C72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熔体指数(W/g)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60.1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宁煤独有项目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弯曲强度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MPa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≥80.0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81.3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宁煤独有项目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灰分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≤1.5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0.8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宁煤独有项目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酸含量(CO)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mg/kg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≤200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112 ✅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宁煤独有项目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水分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≤0.04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0.02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宁煤独有项目</a:t>
                      </a:r>
                    </a:p>
                  </a:txBody>
                  <a:tcPr/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屈服应力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MPa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CF0F1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≥60.0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61.4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C3E50"/>
                          </a:solidFill>
                        </a:defRPr>
                      </a:pPr>
                      <a:r>
                        <a:t>心连心独有项目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关键力学性能对比雷达图视角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371600"/>
          <a:ext cx="10728655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7F8C8D"/>
                </a:solidFill>
              </a:defRPr>
            </a:pPr>
            <a: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对比总结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两家均为合格品，核心力学指标全部达标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熔体流动速率：心连心X90(9.26) &gt; 宁煤M90(8.12)，X90流动性更好，注塑充模更快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拉伸弹性模量：心连心X90(2500MPa) &gt; 宁煤M90(2060MPa)，X90刚性更强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缺口冲击强度：宁煤M90(7.9) &gt; 心连心X90(6.1)，M90韧性更优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断裂伸长率：两家实测完全一致(45%)，均远超指标下限(30%)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宁煤检测项更多(11项 vs 7项)，含灰分/酸含量/水分等杂质控制指标</a:t>
            </a:r>
          </a:p>
          <a:p>
            <a:pPr>
              <a:spcAft>
                <a:spcPts val="1000"/>
              </a:spcAft>
              <a:defRPr sz="1700" b="0">
                <a:solidFill>
                  <a:srgbClr val="2C3E50"/>
                </a:solidFill>
              </a:defRPr>
            </a:pPr>
            <a:r>
              <a:t>执行标准不同：宁煤 Q/M 1005-2021 vs 心连心 Q/XXLX 0010-2026，指标体系有差异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